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dizendo que é uma ferramenta nossa, feita para o jeito que a equipe já trabalha. Não muda como marcamos visitas; muda o que sabemos depois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para a sala: de cada 10 visitas da semana passada, quantas viraram proposta? Ninguém sabe ao certo, e não é culpa de ninguém, é falta de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palavras para guardar: rápido, automático, visível. Funciona como aplicativo na tela do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Jasmin nada muda: ela marca na agenda e convida a consultora e a conta do sistema. Mudou horário ou cancelou na agenda, o sistema acompanha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ao vivo no celular, se der. Errou? Aparece um Desfazer logo depois de salvar. Depois de salvar, o app já abre a próxima visita pendente. O cliente do exemplo é fictício.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 e imóvel do exemplo são fictícios. As duas marcações ajudam a gestão a ver quantos clientes voltam e quantas visitas nascem do trabalho da própria consultora.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Painel: agendadas, realizadas, positivas e cobertura, que é quanto das visitas já tem registro. Meta de cobertura: 90%. Andamento: em acompanhamento, documentação em análise, locação fechada ou perdida.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não é fiscalizar, é saber onde apoiar: qual imóvel precisa de ajuste de preço, qual objeção aparece mais, quem precisa de reforço.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Visita sem registro há mais de 24 horas aparece destacada no painel. Nas primeiras semanas, o foco é a cobertura: registrar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junto com a equipe, ali na hora: cada uma entra, troca a senha, instala no celular e ativa os lembretes. Leva uns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Auxiliadora Predial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Visitas Locação</dc:title>
  <dc:subject>PptxGenJS Presentation</dc:subject>
  <dc:creator>Auxiliadora Predial</dc:creator>
  <cp:lastModifiedBy>Auxiliadora Predial</cp:lastModifiedBy>
  <cp:revision>1</cp:revision>
  <dcterms:created xsi:type="dcterms:W3CDTF">2026-10-13T15:25:27Z</dcterms:created>
  <dcterms:modified xsi:type="dcterms:W3CDTF">2026-10-13T15:25:27Z</dcterms:modified>
</cp:coreProperties>
</file>