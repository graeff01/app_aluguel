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a9133c2-38c9-43d6-0ff5-9cf25a10b4b2}">
          <p14:sldIdLst>
            <p14:sldId id="256"/>
            <p14:sldId id="257"/>
            <p14:sldId id="258"/>
          </p14:sldIdLst>
        </p14:section>
        <p14:section name="Como funciona" id="{e580d33a-76a4-a913-ea2e-998f8744c7f6}">
          <p14:sldIdLst>
            <p14:sldId id="259"/>
            <p14:sldId id="260"/>
            <p14:sldId id="261"/>
          </p14:sldIdLst>
        </p14:section>
        <p14:section name="Gestão" id="{e8ed91fe-b7a2-e8c8-a020-46a0880204a2}">
          <p14:sldIdLst>
            <p14:sldId id="262"/>
            <p14:sldId id="263"/>
          </p14:sldIdLst>
        </p14:section>
        <p14:section name="Combinado" id="{7e423f1c-99e1-c03a-ed7f-2442784085a7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dizendo que é uma ferramenta nossa, feita para o jeito que a equipe já trabalha. Não muda como marcamos visitas; muda o que sabemos depois delas.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para a sala: de cada 10 visitas da semana passada, quantas viraram proposta? Ninguém sabe ao certo, e não é culpa de ninguém, é falta de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palavras para guardar: rápido, automático, visível. Funciona como aplicativo na tela do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Jasmin nada muda: ela marca na agenda e convida a consultora e a conta do sistema. Mudou horário ou cancelou na agenda, o sistema acompanha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 no celular, se der. Errou? Aparece um Desfazer logo depois de salvar. Depois de salvar, o app já abre a próxima visita pendente. O cliente do exemplo é fictício.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imóvel do exemplo são fictícios. As duas marcações ajudam a gestão a ver quantos clientes voltam e quantas visitas nascem do trabalho da própria consultora.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agendadas, realizadas, positivas e cobertura, que é quanto das visitas já tem registro. Meta de cobertura: 90%. Andamento: em acompanhamento, documentação em análise, locação fechada ou perdida.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não é fiscalizar, é saber onde apoiar: qual imóvel precisa de ajuste de preço, qual objeção aparece mais, quem precisa de reforço.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Visita sem registro há mais de 24 horas aparece destacada no painel. Nas primeiras semanas, o foco é a cobertura: registrar 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junto com a equipe, ali na hora: cada uma entra, troca a senha, instala no celular e ativa os lembretes. Leva uns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pp-aluguel/e0792ca7-1910-50aa-ad35-7f818f624655/scratchpad/deck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377440" cy="58521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pic>
        <p:nvPicPr>
          <p:cNvPr id="3" name="Image 0" descr="/tmp/claude-0/-home-user-app-aluguel/e0792ca7-1910-50aa-ad35-7f818f624655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6291072"/>
            <a:ext cx="1554480" cy="3826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10820095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11480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Visitas Locação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Cada visita conta. Agora a gente enxerga todas.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Marcamos muitas visitas. Mas o que acontece depois?</a:t>
            </a:r>
            <a:endParaRPr lang="en-US" sz="3800" dirty="0"/>
          </a:p>
        </p:txBody>
      </p:sp>
      <p:sp>
        <p:nvSpPr>
          <p:cNvPr id="3" name="cartao"/>
          <p:cNvSpPr/>
          <p:nvPr/>
        </p:nvSpPr>
        <p:spPr>
          <a:xfrm>
            <a:off x="6858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4" name="icone-fundo"/>
          <p:cNvSpPr/>
          <p:nvPr/>
        </p:nvSpPr>
        <p:spPr>
          <a:xfrm>
            <a:off x="10972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71576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foi?</a:t>
            </a:r>
            <a:endParaRPr lang="en-US" sz="2800" dirty="0"/>
          </a:p>
        </p:txBody>
      </p:sp>
      <p:sp>
        <p:nvSpPr>
          <p:cNvPr id="7" name="cartao"/>
          <p:cNvSpPr/>
          <p:nvPr/>
        </p:nvSpPr>
        <p:spPr>
          <a:xfrm>
            <a:off x="43434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8" name="icone-fundo"/>
          <p:cNvSpPr/>
          <p:nvPr/>
        </p:nvSpPr>
        <p:spPr>
          <a:xfrm>
            <a:off x="47548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15768"/>
            <a:ext cx="512064" cy="5120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Gostou do imóvel?</a:t>
            </a:r>
            <a:endParaRPr lang="en-US" sz="2800" dirty="0"/>
          </a:p>
        </p:txBody>
      </p:sp>
      <p:sp>
        <p:nvSpPr>
          <p:cNvPr id="11" name="cartao"/>
          <p:cNvSpPr/>
          <p:nvPr/>
        </p:nvSpPr>
        <p:spPr>
          <a:xfrm>
            <a:off x="80010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2" name="icone-fundo"/>
          <p:cNvSpPr/>
          <p:nvPr/>
        </p:nvSpPr>
        <p:spPr>
          <a:xfrm>
            <a:off x="84124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2715768"/>
            <a:ext cx="512064" cy="5120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fechou?</a:t>
            </a:r>
            <a:endParaRPr lang="en-US" sz="28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562356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essas respostas ficam na cabeça de cada uma e se perdem.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Um app simples, no celular de cada consultora</a:t>
            </a:r>
            <a:endParaRPr lang="en-US" sz="3800" dirty="0"/>
          </a:p>
        </p:txBody>
      </p:sp>
      <p:sp>
        <p:nvSpPr>
          <p:cNvPr id="3" name="icone-fundo"/>
          <p:cNvSpPr/>
          <p:nvPr/>
        </p:nvSpPr>
        <p:spPr>
          <a:xfrm>
            <a:off x="6858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415845"/>
            <a:ext cx="563270" cy="5632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uma visita leva menos de um minuto.</a:t>
            </a:r>
            <a:endParaRPr lang="en-US" sz="2000" dirty="0"/>
          </a:p>
        </p:txBody>
      </p:sp>
      <p:sp>
        <p:nvSpPr>
          <p:cNvPr id="7" name="icone-fundo"/>
          <p:cNvSpPr/>
          <p:nvPr/>
        </p:nvSpPr>
        <p:spPr>
          <a:xfrm>
            <a:off x="43434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685" y="2415845"/>
            <a:ext cx="563270" cy="5632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chega sozinha da agenda. Ninguém digita duas vezes.</a:t>
            </a:r>
            <a:endParaRPr lang="en-US" sz="2000" dirty="0"/>
          </a:p>
        </p:txBody>
      </p:sp>
      <p:sp>
        <p:nvSpPr>
          <p:cNvPr id="11" name="icone-fundo"/>
          <p:cNvSpPr/>
          <p:nvPr/>
        </p:nvSpPr>
        <p:spPr>
          <a:xfrm>
            <a:off x="80010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285" y="2415845"/>
            <a:ext cx="563270" cy="56327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Visível</a:t>
            </a:r>
            <a:endParaRPr lang="en-US" sz="30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gestão acompanha tudo em tempo real, sem planilha.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Do agendamento ao resultado, em 4 passos</a:t>
            </a:r>
            <a:endParaRPr lang="en-US" sz="3800" dirty="0"/>
          </a:p>
        </p:txBody>
      </p:sp>
      <p:sp>
        <p:nvSpPr>
          <p:cNvPr id="3" name="icone-fundo"/>
          <p:cNvSpPr/>
          <p:nvPr/>
        </p:nvSpPr>
        <p:spPr>
          <a:xfrm>
            <a:off x="685800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324405"/>
            <a:ext cx="563270" cy="5632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Jasmin marca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agenda, como sempre, convidando a consultora</a:t>
            </a:r>
            <a:endParaRPr lang="en-US" sz="1800" dirty="0"/>
          </a:p>
        </p:txBody>
      </p:sp>
      <p:pic>
        <p:nvPicPr>
          <p:cNvPr id="8" name="s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269" y="2377440"/>
            <a:ext cx="457200" cy="457200"/>
          </a:xfrm>
          <a:prstGeom prst="rect">
            <a:avLst/>
          </a:prstGeom>
        </p:spPr>
      </p:pic>
      <p:sp>
        <p:nvSpPr>
          <p:cNvPr id="9" name="icone-fundo"/>
          <p:cNvSpPr/>
          <p:nvPr/>
        </p:nvSpPr>
        <p:spPr>
          <a:xfrm>
            <a:off x="3484778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063" y="2324405"/>
            <a:ext cx="563270" cy="5632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73498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3484778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 no celular</a:t>
            </a:r>
            <a:endParaRPr lang="en-US" sz="2400" dirty="0"/>
          </a:p>
        </p:txBody>
      </p:sp>
      <p:sp>
        <p:nvSpPr>
          <p:cNvPr id="13" name="Text 8"/>
          <p:cNvSpPr txBox="1"/>
          <p:nvPr/>
        </p:nvSpPr>
        <p:spPr>
          <a:xfrm>
            <a:off x="3484778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consultora em poucos minutos, com todos os dados</a:t>
            </a:r>
            <a:endParaRPr lang="en-US" sz="1800" dirty="0"/>
          </a:p>
        </p:txBody>
      </p:sp>
      <p:pic>
        <p:nvPicPr>
          <p:cNvPr id="14" name="set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2377440"/>
            <a:ext cx="457200" cy="457200"/>
          </a:xfrm>
          <a:prstGeom prst="rect">
            <a:avLst/>
          </a:prstGeom>
        </p:spPr>
      </p:pic>
      <p:sp>
        <p:nvSpPr>
          <p:cNvPr id="15" name="icone-fundo"/>
          <p:cNvSpPr/>
          <p:nvPr/>
        </p:nvSpPr>
        <p:spPr>
          <a:xfrm>
            <a:off x="6283757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042" y="2324405"/>
            <a:ext cx="563270" cy="56327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72477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Text 11"/>
          <p:cNvSpPr txBox="1"/>
          <p:nvPr/>
        </p:nvSpPr>
        <p:spPr>
          <a:xfrm>
            <a:off x="6283757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acontece</a:t>
            </a:r>
            <a:endParaRPr lang="en-US" sz="2400" dirty="0"/>
          </a:p>
        </p:txBody>
      </p:sp>
      <p:sp>
        <p:nvSpPr>
          <p:cNvPr id="19" name="Text 12"/>
          <p:cNvSpPr txBox="1"/>
          <p:nvPr/>
        </p:nvSpPr>
        <p:spPr>
          <a:xfrm>
            <a:off x="6283757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consultora já sabe quem é o cliente e qual o imóvel</a:t>
            </a:r>
            <a:endParaRPr lang="en-US" sz="1800" dirty="0"/>
          </a:p>
        </p:txBody>
      </p:sp>
      <p:pic>
        <p:nvPicPr>
          <p:cNvPr id="20" name="set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226" y="2377440"/>
            <a:ext cx="457200" cy="457200"/>
          </a:xfrm>
          <a:prstGeom prst="rect">
            <a:avLst/>
          </a:prstGeom>
        </p:spPr>
      </p:pic>
      <p:sp>
        <p:nvSpPr>
          <p:cNvPr id="21" name="icone-fundo"/>
          <p:cNvSpPr/>
          <p:nvPr/>
        </p:nvSpPr>
        <p:spPr>
          <a:xfrm>
            <a:off x="9082735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4020" y="2324405"/>
            <a:ext cx="563270" cy="56327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0271455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4" name="Text 15"/>
          <p:cNvSpPr txBox="1"/>
          <p:nvPr/>
        </p:nvSpPr>
        <p:spPr>
          <a:xfrm>
            <a:off x="9082735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rápido</a:t>
            </a:r>
            <a:endParaRPr lang="en-US" sz="2400" dirty="0"/>
          </a:p>
        </p:txBody>
      </p:sp>
      <p:sp>
        <p:nvSpPr>
          <p:cNvPr id="25" name="Text 16"/>
          <p:cNvSpPr txBox="1"/>
          <p:nvPr/>
        </p:nvSpPr>
        <p:spPr>
          <a:xfrm>
            <a:off x="9082735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 aconteceu, em menos de 1 minuto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Registrar é responder quatro perguntas</a:t>
            </a:r>
            <a:endParaRPr lang="en-US" sz="3800" dirty="0"/>
          </a:p>
        </p:txBody>
      </p:sp>
      <p:sp>
        <p:nvSpPr>
          <p:cNvPr id="3" name="numero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7830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Aconteceu?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20370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não compareceu, cancelada ou remarcada</a:t>
            </a:r>
            <a:endParaRPr lang="en-US" sz="1800" dirty="0"/>
          </a:p>
        </p:txBody>
      </p:sp>
      <p:sp>
        <p:nvSpPr>
          <p:cNvPr id="7" name="numero"/>
          <p:cNvSpPr/>
          <p:nvPr/>
        </p:nvSpPr>
        <p:spPr>
          <a:xfrm>
            <a:off x="685800" y="2852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852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80720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foi?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22783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Positiva, negativa ou ainda decidindo</a:t>
            </a:r>
            <a:endParaRPr lang="en-US" sz="1800" dirty="0"/>
          </a:p>
        </p:txBody>
      </p:sp>
      <p:sp>
        <p:nvSpPr>
          <p:cNvPr id="11" name="numero"/>
          <p:cNvSpPr/>
          <p:nvPr/>
        </p:nvSpPr>
        <p:spPr>
          <a:xfrm>
            <a:off x="685800" y="387705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877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83133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quê?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2519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negativa, o motivo principal da lista</a:t>
            </a:r>
            <a:endParaRPr lang="en-US" sz="1800" dirty="0"/>
          </a:p>
        </p:txBody>
      </p:sp>
      <p:sp>
        <p:nvSpPr>
          <p:cNvPr id="15" name="numero"/>
          <p:cNvSpPr/>
          <p:nvPr/>
        </p:nvSpPr>
        <p:spPr>
          <a:xfrm>
            <a:off x="685800" y="490118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4901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8554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276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frase. Tem respostas prontas e dá para ditar</a:t>
            </a:r>
            <a:endParaRPr lang="en-US" sz="1800" dirty="0"/>
          </a:p>
        </p:txBody>
      </p:sp>
      <p:sp>
        <p:nvSpPr>
          <p:cNvPr id="19" name="celular"/>
          <p:cNvSpPr/>
          <p:nvPr/>
        </p:nvSpPr>
        <p:spPr>
          <a:xfrm>
            <a:off x="8229600" y="1280160"/>
            <a:ext cx="2926080" cy="4709160"/>
          </a:xfrm>
          <a:prstGeom prst="roundRect">
            <a:avLst>
              <a:gd name="adj" fmla="val 1093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20" name="tela"/>
          <p:cNvSpPr/>
          <p:nvPr/>
        </p:nvSpPr>
        <p:spPr>
          <a:xfrm>
            <a:off x="8366760" y="1481328"/>
            <a:ext cx="2651760" cy="4306824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67928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resultado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67928" y="2029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Souza · imóvel 761739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567928" y="24414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Aconteceu?</a:t>
            </a:r>
            <a:endParaRPr lang="en-US" sz="900" dirty="0"/>
          </a:p>
        </p:txBody>
      </p:sp>
      <p:sp>
        <p:nvSpPr>
          <p:cNvPr id="24" name="opcao"/>
          <p:cNvSpPr/>
          <p:nvPr/>
        </p:nvSpPr>
        <p:spPr>
          <a:xfrm>
            <a:off x="8567928" y="2688336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32520" y="26883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aconteceu</a:t>
            </a:r>
            <a:endParaRPr lang="en-US" sz="1100" dirty="0"/>
          </a:p>
        </p:txBody>
      </p:sp>
      <p:sp>
        <p:nvSpPr>
          <p:cNvPr id="26" name="opcao"/>
          <p:cNvSpPr/>
          <p:nvPr/>
        </p:nvSpPr>
        <p:spPr>
          <a:xfrm>
            <a:off x="8567928" y="3127248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32520" y="3127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não compareceu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567928" y="3630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foi?</a:t>
            </a:r>
            <a:endParaRPr lang="en-US" sz="900" dirty="0"/>
          </a:p>
        </p:txBody>
      </p:sp>
      <p:sp>
        <p:nvSpPr>
          <p:cNvPr id="29" name="opcao"/>
          <p:cNvSpPr/>
          <p:nvPr/>
        </p:nvSpPr>
        <p:spPr>
          <a:xfrm>
            <a:off x="8567928" y="3877056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732520" y="38770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Positiva</a:t>
            </a:r>
            <a:endParaRPr lang="en-US" sz="1100" dirty="0"/>
          </a:p>
        </p:txBody>
      </p:sp>
      <p:sp>
        <p:nvSpPr>
          <p:cNvPr id="31" name="opcao"/>
          <p:cNvSpPr/>
          <p:nvPr/>
        </p:nvSpPr>
        <p:spPr>
          <a:xfrm>
            <a:off x="8567928" y="4315968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3252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decidindo</a:t>
            </a:r>
            <a:endParaRPr lang="en-US" sz="1100" dirty="0"/>
          </a:p>
        </p:txBody>
      </p:sp>
      <p:sp>
        <p:nvSpPr>
          <p:cNvPr id="33" name="botao"/>
          <p:cNvSpPr/>
          <p:nvPr/>
        </p:nvSpPr>
        <p:spPr>
          <a:xfrm>
            <a:off x="8567928" y="5102352"/>
            <a:ext cx="224942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67928" y="51023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Cliente que volta é reconhecido na hora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cliente já visitou antes, a visita chega marcada. A consultora já sabe que é alguém que voltou.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for a consultora que combinou a nova visita, ela marca pelo próprio app, com os dados do cliente já preenchidos.</a:t>
            </a:r>
            <a:endParaRPr lang="en-US" sz="2000" dirty="0"/>
          </a:p>
        </p:txBody>
      </p:sp>
      <p:sp>
        <p:nvSpPr>
          <p:cNvPr id="5" name="cartao-visita"/>
          <p:cNvSpPr/>
          <p:nvPr/>
        </p:nvSpPr>
        <p:spPr>
          <a:xfrm>
            <a:off x="6949440" y="1737360"/>
            <a:ext cx="4572000" cy="3566160"/>
          </a:xfrm>
          <a:prstGeom prst="roundRect">
            <a:avLst>
              <a:gd name="adj" fmla="val 641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609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6092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Souza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6092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Imóvel 734999</a:t>
            </a:r>
            <a:endParaRPr lang="en-US" sz="1600" dirty="0"/>
          </a:p>
        </p:txBody>
      </p:sp>
      <p:sp>
        <p:nvSpPr>
          <p:cNvPr id="9" name="selo"/>
          <p:cNvSpPr/>
          <p:nvPr/>
        </p:nvSpPr>
        <p:spPr>
          <a:xfrm>
            <a:off x="7360920" y="3886200"/>
            <a:ext cx="32918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60920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Revisita · já visitou 1 vez</a:t>
            </a:r>
            <a:endParaRPr lang="en-US" sz="1400" dirty="0"/>
          </a:p>
        </p:txBody>
      </p:sp>
      <p:sp>
        <p:nvSpPr>
          <p:cNvPr id="11" name="selo"/>
          <p:cNvSpPr/>
          <p:nvPr/>
        </p:nvSpPr>
        <p:spPr>
          <a:xfrm>
            <a:off x="7360920" y="4480560"/>
            <a:ext cx="28346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60920" y="4480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Agendada pela consultora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 gestão enxerga o funil inteiro</a:t>
            </a:r>
            <a:endParaRPr lang="en-US" sz="3800" dirty="0"/>
          </a:p>
        </p:txBody>
      </p:sp>
      <p:sp>
        <p:nvSpPr>
          <p:cNvPr id="3" name="cartao"/>
          <p:cNvSpPr/>
          <p:nvPr/>
        </p:nvSpPr>
        <p:spPr>
          <a:xfrm>
            <a:off x="685800" y="169164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icone-fundo"/>
          <p:cNvSpPr/>
          <p:nvPr/>
        </p:nvSpPr>
        <p:spPr>
          <a:xfrm>
            <a:off x="105156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235000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2075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2240280" y="2560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Visitas, resultados e evolução semana a semana</a:t>
            </a:r>
            <a:endParaRPr lang="en-US" sz="1700" dirty="0"/>
          </a:p>
        </p:txBody>
      </p:sp>
      <p:sp>
        <p:nvSpPr>
          <p:cNvPr id="8" name="cartao"/>
          <p:cNvSpPr/>
          <p:nvPr/>
        </p:nvSpPr>
        <p:spPr>
          <a:xfrm>
            <a:off x="6172200" y="169164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icone-fundo"/>
          <p:cNvSpPr/>
          <p:nvPr/>
        </p:nvSpPr>
        <p:spPr>
          <a:xfrm>
            <a:off x="653796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50008"/>
            <a:ext cx="512064" cy="5120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26680" y="2075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60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sem registro, com lembrete no celular</a:t>
            </a:r>
            <a:endParaRPr lang="en-US" sz="1700" dirty="0"/>
          </a:p>
        </p:txBody>
      </p:sp>
      <p:sp>
        <p:nvSpPr>
          <p:cNvPr id="13" name="cartao"/>
          <p:cNvSpPr/>
          <p:nvPr/>
        </p:nvSpPr>
        <p:spPr>
          <a:xfrm>
            <a:off x="685800" y="379476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icone-fundo"/>
          <p:cNvSpPr/>
          <p:nvPr/>
        </p:nvSpPr>
        <p:spPr>
          <a:xfrm>
            <a:off x="10515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4453128"/>
            <a:ext cx="512064" cy="5120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40280" y="4178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Andamento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2240280" y="4663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cliente até a locação fechada</a:t>
            </a:r>
            <a:endParaRPr lang="en-US" sz="1700" dirty="0"/>
          </a:p>
        </p:txBody>
      </p:sp>
      <p:sp>
        <p:nvSpPr>
          <p:cNvPr id="18" name="cartao"/>
          <p:cNvSpPr/>
          <p:nvPr/>
        </p:nvSpPr>
        <p:spPr>
          <a:xfrm>
            <a:off x="6172200" y="379476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9" name="icone-fundo"/>
          <p:cNvSpPr/>
          <p:nvPr/>
        </p:nvSpPr>
        <p:spPr>
          <a:xfrm>
            <a:off x="65379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453128"/>
            <a:ext cx="512064" cy="5120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26680" y="4178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Imóveis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7726680" y="4663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imóveis recebem mais recusas e por quê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108200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Menos achismo. Mais visitas que viram contrato.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1148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Com o registro de todas, a gente descobre onde ajudar cada uma.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Nosso combinado</a:t>
            </a:r>
            <a:endParaRPr lang="en-US" sz="3800" dirty="0"/>
          </a:p>
        </p:txBody>
      </p:sp>
      <p:sp>
        <p:nvSpPr>
          <p:cNvPr id="3" name="icone-fundo"/>
          <p:cNvSpPr/>
          <p:nvPr/>
        </p:nvSpPr>
        <p:spPr>
          <a:xfrm>
            <a:off x="685800" y="17373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38528"/>
            <a:ext cx="512064" cy="512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17556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convite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965960" y="22128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Jasmin convida a consultora e a conta do sistema em toda visita.</a:t>
            </a:r>
            <a:endParaRPr lang="en-US" sz="1900" dirty="0"/>
          </a:p>
        </p:txBody>
      </p:sp>
      <p:sp>
        <p:nvSpPr>
          <p:cNvPr id="7" name="icone-fundo"/>
          <p:cNvSpPr/>
          <p:nvPr/>
        </p:nvSpPr>
        <p:spPr>
          <a:xfrm>
            <a:off x="685800" y="3108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0128"/>
            <a:ext cx="512064" cy="5120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31272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dia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965960" y="35844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logo depois da visita, de preferência ao sair do imóvel.</a:t>
            </a:r>
            <a:endParaRPr lang="en-US" sz="1900" dirty="0"/>
          </a:p>
        </p:txBody>
      </p:sp>
      <p:sp>
        <p:nvSpPr>
          <p:cNvPr id="11" name="icone-fundo"/>
          <p:cNvSpPr/>
          <p:nvPr/>
        </p:nvSpPr>
        <p:spPr>
          <a:xfrm>
            <a:off x="685800" y="44805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681728"/>
            <a:ext cx="512064" cy="5120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965960" y="44988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com observação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1965960" y="4956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basta. É ela que explica o número.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Para começar hoje</a:t>
            </a:r>
            <a:endParaRPr lang="en-US" sz="3800" dirty="0"/>
          </a:p>
        </p:txBody>
      </p:sp>
      <p:sp>
        <p:nvSpPr>
          <p:cNvPr id="3" name="cartao"/>
          <p:cNvSpPr/>
          <p:nvPr/>
        </p:nvSpPr>
        <p:spPr>
          <a:xfrm>
            <a:off x="6858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icone-fundo"/>
          <p:cNvSpPr/>
          <p:nvPr/>
        </p:nvSpPr>
        <p:spPr>
          <a:xfrm>
            <a:off x="10972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48716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acesso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com a senha provisória e criar a sua.</a:t>
            </a:r>
            <a:endParaRPr lang="en-US" sz="1800" dirty="0"/>
          </a:p>
        </p:txBody>
      </p:sp>
      <p:sp>
        <p:nvSpPr>
          <p:cNvPr id="8" name="cartao"/>
          <p:cNvSpPr/>
          <p:nvPr/>
        </p:nvSpPr>
        <p:spPr>
          <a:xfrm>
            <a:off x="43434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9" name="icone-fundo"/>
          <p:cNvSpPr/>
          <p:nvPr/>
        </p:nvSpPr>
        <p:spPr>
          <a:xfrm>
            <a:off x="47548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487168"/>
            <a:ext cx="512064" cy="5120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548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o app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Adicionar à tela de início, como um app.</a:t>
            </a:r>
            <a:endParaRPr lang="en-US" sz="1800" dirty="0"/>
          </a:p>
        </p:txBody>
      </p:sp>
      <p:sp>
        <p:nvSpPr>
          <p:cNvPr id="13" name="cartao"/>
          <p:cNvSpPr/>
          <p:nvPr/>
        </p:nvSpPr>
        <p:spPr>
          <a:xfrm>
            <a:off x="80010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4" name="icone-fundo"/>
          <p:cNvSpPr/>
          <p:nvPr/>
        </p:nvSpPr>
        <p:spPr>
          <a:xfrm>
            <a:off x="84124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2487168"/>
            <a:ext cx="512064" cy="5120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Ativar lembretes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Receber um aviso quando houver visita sem registro.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Cada visita conta.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Dúvidas? Fale com a gestão.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xiliadora Visitas">
  <a:themeElements>
    <a:clrScheme name="Auxiliadora Visitas">
      <a:dk1>
        <a:srgbClr val="1F2124"/>
      </a:dk1>
      <a:lt1>
        <a:srgbClr val="FFFFFF"/>
      </a:lt1>
      <a:dk2>
        <a:srgbClr val="5A5F66"/>
      </a:dk2>
      <a:lt2>
        <a:srgbClr val="F4F3F0"/>
      </a:lt2>
      <a:accent1>
        <a:srgbClr val="DC7519"/>
      </a:accent1>
      <a:accent2>
        <a:srgbClr val="FBEBDD"/>
      </a:accent2>
      <a:accent3>
        <a:srgbClr val="2E3135"/>
      </a:accent3>
      <a:accent4>
        <a:srgbClr val="3B8A5A"/>
      </a:accent4>
      <a:accent5>
        <a:srgbClr val="B4442F"/>
      </a:accent5>
      <a:accent6>
        <a:srgbClr val="E3E1DC"/>
      </a:accent6>
      <a:hlink>
        <a:srgbClr val="DC7519"/>
      </a:hlink>
      <a:folHlink>
        <a:srgbClr val="5A5F66"/>
      </a:folHlink>
    </a:clrScheme>
    <a:fontScheme name="Auxiliadora Visit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Auxiliadora Predial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Visitas Locação</dc:title>
  <dc:subject>PptxGenJS Presentation</dc:subject>
  <dc:creator>Auxiliadora Predial</dc:creator>
  <cp:lastModifiedBy>Auxiliadora Predial</cp:lastModifiedBy>
  <cp:revision>1</cp:revision>
  <dcterms:created xsi:type="dcterms:W3CDTF">2026-10-13T15:20:56Z</dcterms:created>
  <dcterms:modified xsi:type="dcterms:W3CDTF">2026-10-13T15:20:56Z</dcterms:modified>
</cp:coreProperties>
</file>